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jX/S8zF3+ua1eYeH1tvGOcio7z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3" y="2951015"/>
            <a:ext cx="9144000" cy="9559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i="1" lang="ru-RU">
                <a:latin typeface="Arial"/>
                <a:ea typeface="Arial"/>
                <a:cs typeface="Arial"/>
                <a:sym typeface="Arial"/>
              </a:rPr>
              <a:t>Животные</a:t>
            </a:r>
            <a:endParaRPr i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720775" y="1443965"/>
            <a:ext cx="90348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«В Самарской области вплоть до конца XX столетия </a:t>
            </a:r>
            <a:r>
              <a:rPr b="0" i="0" lang="ru-RU" sz="1800" cap="none" strike="sng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целенаправленно</a:t>
            </a:r>
            <a:r>
              <a:rPr b="0" i="0" lang="ru-RU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исследованием сов никто не занимался, и их регистрации носили случайный характер. Лишь в 1999 г. силами </a:t>
            </a:r>
            <a:r>
              <a:rPr b="0" i="0" lang="ru-RU" sz="1800" u="none" cap="none" strike="sng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Центрар</a:t>
            </a:r>
            <a:r>
              <a:rPr b="0" i="0" lang="ru-RU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содействия «Волго-Уральской экологической сети» были организованы полноценные работы по </a:t>
            </a:r>
            <a:r>
              <a:rPr b="0" i="0" lang="ru-RU" sz="1800" u="none" cap="none" strike="sng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учётам</a:t>
            </a:r>
            <a:r>
              <a:rPr b="0" i="0" lang="ru-RU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сов и выявлению мест их гнездования, а </a:t>
            </a:r>
            <a:r>
              <a:rPr b="0" i="0" lang="ru-RU" sz="1800" u="none" cap="none" strike="sng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</a:t>
            </a:r>
            <a:r>
              <a:rPr b="0" i="0" lang="ru-RU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2008 г. стартовал масштабный проект по привлечению сов в искусственные гнёзда.»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7139710" y="4369689"/>
            <a:ext cx="4663594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Calibri"/>
              <a:buNone/>
            </a:pPr>
            <a:r>
              <a:rPr b="0" i="0" lang="ru-RU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Паженков А. С.; Карякин И. В.; Левашкин А. П. “Совы Самарской области, Россия” //Пернатые хищники и их охрана. – 2009. – №. 17.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7028874" y="5247000"/>
            <a:ext cx="477443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Calibri"/>
              <a:buNone/>
            </a:pPr>
            <a:r>
              <a:rPr b="0" i="0" lang="ru-RU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Паженков А. С., Карякин И. В., Левашкин А. П. Совы Самарской области, Россия //Пернатые хищники и их охрана. – 2009. – №. 17.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7028874" y="3492386"/>
            <a:ext cx="477443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Calibri"/>
              <a:buNone/>
            </a:pPr>
            <a:r>
              <a:rPr b="0" i="0" lang="ru-RU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Паженков А. С., Карякин И. В. &amp; Левашкин А. П. Совы Самарской области, Россия //Пернатые хищники и их охрана. (2009) – №. 17.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>
            <p:ph type="title"/>
          </p:nvPr>
        </p:nvSpPr>
        <p:spPr>
          <a:xfrm>
            <a:off x="838199" y="26413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Кролик</a:t>
            </a:r>
            <a:endParaRPr/>
          </a:p>
        </p:txBody>
      </p:sp>
      <p:pic>
        <p:nvPicPr>
          <p:cNvPr descr="Attribution" id="98" name="Google Shape;9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0805" y="5819753"/>
            <a:ext cx="530388" cy="530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Кролик со сплошной заливкой" id="99" name="Google Shape;9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48226" y="1325563"/>
            <a:ext cx="4095547" cy="40955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5094107" y="1798756"/>
            <a:ext cx="7564059" cy="1325563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Бобер</a:t>
            </a:r>
            <a:endParaRPr/>
          </a:p>
        </p:txBody>
      </p:sp>
      <p:pic>
        <p:nvPicPr>
          <p:cNvPr descr="Non-commercial"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943" y="3806421"/>
            <a:ext cx="530388" cy="530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ttribution" id="106" name="Google Shape;10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15445" y="3806421"/>
            <a:ext cx="530388" cy="530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n-derivative" id="107" name="Google Shape;10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06441" y="3806421"/>
            <a:ext cx="530388" cy="53038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 txBox="1"/>
          <p:nvPr/>
        </p:nvSpPr>
        <p:spPr>
          <a:xfrm>
            <a:off x="5828134" y="3096034"/>
            <a:ext cx="6096003" cy="369335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Источник: Wikimedia Commons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Бобер со сплошной заливкой" id="109" name="Google Shape;10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65027" y="1331702"/>
            <a:ext cx="3897997" cy="3897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>
            <p:ph type="title"/>
          </p:nvPr>
        </p:nvSpPr>
        <p:spPr>
          <a:xfrm>
            <a:off x="-2277649" y="188029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Единорог</a:t>
            </a:r>
            <a:endParaRPr/>
          </a:p>
        </p:txBody>
      </p:sp>
      <p:pic>
        <p:nvPicPr>
          <p:cNvPr descr="Attribution" id="115" name="Google Shape;11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2540" y="3779483"/>
            <a:ext cx="530388" cy="530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Единорог со сплошной заливкой" id="116" name="Google Shape;11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9930" y="997840"/>
            <a:ext cx="4416042" cy="441604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-66073" y="3110030"/>
            <a:ext cx="6096003" cy="369335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Источник: Wikimedia Commons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are-alike" id="118" name="Google Shape;11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9229" y="3779483"/>
            <a:ext cx="530388" cy="53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/>
          <p:nvPr>
            <p:ph type="title"/>
          </p:nvPr>
        </p:nvSpPr>
        <p:spPr>
          <a:xfrm>
            <a:off x="838192" y="34468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Слон</a:t>
            </a:r>
            <a:endParaRPr/>
          </a:p>
        </p:txBody>
      </p:sp>
      <p:pic>
        <p:nvPicPr>
          <p:cNvPr descr="Attribution" id="124" name="Google Shape;12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5688" y="5840867"/>
            <a:ext cx="530388" cy="530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Слон со сплошной заливкой" id="125" name="Google Shape;12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2142" y="1670245"/>
            <a:ext cx="3927699" cy="39276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n-derivative" id="126" name="Google Shape;12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5926" y="5840867"/>
            <a:ext cx="530388" cy="53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2021-11-19T14:03:45Z</dcterms:created>
  <dc:creator>Степанова Полина Олеговна</dc:creator>
</cp:coreProperties>
</file>